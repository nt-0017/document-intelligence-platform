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 and the one-line solution: upload a document, get validated structured JSON, stored and visible in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extraction is slow and inconsistent. The brief asks for a reusable service, not a one-off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a separate service module, so failures are isolated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of the required repository structure: api, core, models, schemas, services, repositories, utils.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Canonical keys decouple validation from the wording used in a specific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Tolerance: statements 1.0 in document units, invoices 0.05 to allow cash rounding. Missing inputs give NOT_APPLICABLE.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an LLM self-rating: the model's value is compared against an independent OCR/text-layer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endpoints are documented in Swagger. The frontend is plain HTML/CSS/JS that calls the same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need no API key. Two tests run the real scanned sample files through OCR when SAMPLES_DIR is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limits; this is what an interviewer will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675120" y="822960"/>
            <a:ext cx="3108960" cy="3108960"/>
          </a:xfrm>
          <a:prstGeom prst="ellipse">
            <a:avLst/>
          </a:prstGeom>
          <a:solidFill>
            <a:srgbClr val="0E6F6D">
              <a:alpha val="65000"/>
            </a:srgbClr>
          </a:solidFill>
          <a:ln w="12700">
            <a:solidFill>
              <a:srgbClr val="0E6F6D">
                <a:alpha val="65000"/>
              </a:srgbClr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589520" y="3017520"/>
            <a:ext cx="1463040" cy="1463040"/>
          </a:xfrm>
          <a:prstGeom prst="ellipse">
            <a:avLst/>
          </a:prstGeom>
          <a:solidFill>
            <a:srgbClr val="E3A33B">
              <a:alpha val="75000"/>
            </a:srgbClr>
          </a:solidFill>
          <a:ln w="12700">
            <a:solidFill>
              <a:srgbClr val="E3A33B">
                <a:alpha val="7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 Platform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validate and serve data from invoices and financial statements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C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Internship · Technical case study · &lt;Your name&gt;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no two documents look alike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statements come as native or scanned PDF, JPG or PNG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Layouts, image quality and OCR errors differ for every document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must reconcile (totals, balances, cash flows) before anyone trusts them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must be reusable: REST API, dashboard, stored history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5029200" y="13716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21208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· Balance sheet · P&amp;L · Cash flow</a:t>
            </a:r>
            <a:endParaRPr lang="en-US" sz="1100" dirty="0"/>
          </a:p>
        </p:txBody>
      </p:sp>
      <p:sp>
        <p:nvSpPr>
          <p:cNvPr id="9" name="stat card 2"/>
          <p:cNvSpPr/>
          <p:nvPr/>
        </p:nvSpPr>
        <p:spPr>
          <a:xfrm>
            <a:off x="5029200" y="24231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1208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file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JPG or PNG; validated first</a:t>
            </a:r>
            <a:endParaRPr lang="en-US" sz="1100" dirty="0"/>
          </a:p>
        </p:txBody>
      </p:sp>
      <p:sp>
        <p:nvSpPr>
          <p:cNvPr id="13" name="stat card 3"/>
          <p:cNvSpPr/>
          <p:nvPr/>
        </p:nvSpPr>
        <p:spPr>
          <a:xfrm>
            <a:off x="5029200" y="3474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12080" y="3566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values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means null, never guessed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six controlled stages</a:t>
            </a:r>
            <a:endParaRPr lang="en-US" sz="2800" dirty="0"/>
          </a:p>
        </p:txBody>
      </p:sp>
      <p:sp>
        <p:nvSpPr>
          <p:cNvPr id="4" name="stage card 1"/>
          <p:cNvSpPr/>
          <p:nvPr/>
        </p:nvSpPr>
        <p:spPr>
          <a:xfrm>
            <a:off x="457200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tage badge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from content, size, corruption, page limit</a:t>
            </a:r>
            <a:endParaRPr lang="en-US" sz="1200" dirty="0"/>
          </a:p>
        </p:txBody>
      </p:sp>
      <p:sp>
        <p:nvSpPr>
          <p:cNvPr id="9" name="stage card 2"/>
          <p:cNvSpPr/>
          <p:nvPr/>
        </p:nvSpPr>
        <p:spPr>
          <a:xfrm>
            <a:off x="3264408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stage badge 2"/>
          <p:cNvSpPr/>
          <p:nvPr/>
        </p:nvSpPr>
        <p:spPr>
          <a:xfrm>
            <a:off x="3447288" y="1508760"/>
            <a:ext cx="457200" cy="457200"/>
          </a:xfrm>
          <a:prstGeom prst="ellipse">
            <a:avLst/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472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41648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OCR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47288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layer or Tesseract</a:t>
            </a:r>
            <a:endParaRPr lang="en-US" sz="1200" dirty="0"/>
          </a:p>
        </p:txBody>
      </p:sp>
      <p:sp>
        <p:nvSpPr>
          <p:cNvPr id="14" name="stage card 3"/>
          <p:cNvSpPr/>
          <p:nvPr/>
        </p:nvSpPr>
        <p:spPr>
          <a:xfrm>
            <a:off x="6071616" y="13258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" name="stage badge 3"/>
          <p:cNvSpPr/>
          <p:nvPr/>
        </p:nvSpPr>
        <p:spPr>
          <a:xfrm>
            <a:off x="6254496" y="1508760"/>
            <a:ext cx="457200" cy="457200"/>
          </a:xfrm>
          <a:prstGeom prst="ellipse">
            <a:avLst/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5449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48856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54496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the file into a schema</a:t>
            </a:r>
            <a:endParaRPr lang="en-US" sz="1200" dirty="0"/>
          </a:p>
        </p:txBody>
      </p:sp>
      <p:sp>
        <p:nvSpPr>
          <p:cNvPr id="19" name="stage card 4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0" name="stage badge 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C4513D"/>
          </a:solidFill>
          <a:ln w="12700">
            <a:solidFill>
              <a:srgbClr val="C451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checks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PASS / FAIL / N/A</a:t>
            </a:r>
            <a:endParaRPr lang="en-US" sz="1200" dirty="0"/>
          </a:p>
        </p:txBody>
      </p:sp>
      <p:sp>
        <p:nvSpPr>
          <p:cNvPr id="24" name="stage card 5"/>
          <p:cNvSpPr/>
          <p:nvPr/>
        </p:nvSpPr>
        <p:spPr>
          <a:xfrm>
            <a:off x="3264408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5" name="stage badge 5"/>
          <p:cNvSpPr/>
          <p:nvPr/>
        </p:nvSpPr>
        <p:spPr>
          <a:xfrm>
            <a:off x="3447288" y="3200400"/>
            <a:ext cx="457200" cy="457200"/>
          </a:xfrm>
          <a:prstGeom prst="ellipse">
            <a:avLst/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4728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041648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confidence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447288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text, page, OCR agreement</a:t>
            </a:r>
            <a:endParaRPr lang="en-US" sz="1200" dirty="0"/>
          </a:p>
        </p:txBody>
      </p:sp>
      <p:sp>
        <p:nvSpPr>
          <p:cNvPr id="29" name="stage card 6"/>
          <p:cNvSpPr/>
          <p:nvPr/>
        </p:nvSpPr>
        <p:spPr>
          <a:xfrm>
            <a:off x="6071616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0" name="stage badge 6"/>
          <p:cNvSpPr/>
          <p:nvPr/>
        </p:nvSpPr>
        <p:spPr>
          <a:xfrm>
            <a:off x="6254496" y="3200400"/>
            <a:ext cx="457200" cy="457200"/>
          </a:xfrm>
          <a:prstGeom prst="ellipse">
            <a:avLst/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5449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848856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serve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254496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REST API,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thin API, separated services</a:t>
            </a:r>
            <a:endParaRPr lang="en-US" sz="2800" dirty="0"/>
          </a:p>
        </p:txBody>
      </p:sp>
      <p:pic>
        <p:nvPicPr>
          <p:cNvPr id="4" name="Image 0" descr="Architecture diagram: browser to FastAPI services, Gemini API and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863840" cy="33030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decides PASS/FAIL: validation is plain Python on the extracted numbers.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Extraction: schema-bound and evidence-first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 reads the PDF/image directly, temperature 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prompt + JSON schema; output parsed by Pydantic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is re-asked once, then fails cleanly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source_text and page_number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or absent values stay null</a:t>
            </a:r>
            <a:endParaRPr lang="en-US" sz="1500" dirty="0"/>
          </a:p>
        </p:txBody>
      </p:sp>
      <p:sp>
        <p:nvSpPr>
          <p:cNvPr id="5" name="row model card"/>
          <p:cNvSpPr/>
          <p:nvPr/>
        </p:nvSpPr>
        <p:spPr>
          <a:xfrm>
            <a:off x="4754880" y="132588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row model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0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 "Total"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0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row_type: item|subtotal|total|heading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0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section: assets|capital_and_liabilities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0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canonical_key: total_income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0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values: { "FY2023": 204666.10, "FY2022": 167695.40 }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0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source_text, page_number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validation: every check shows its working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(per period / 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6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 × price = line · Σ lines vs subtotal · subtotal + tax − discount = total (tax-inclusive handled) · cash − total =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= capital &amp; liabilities · Σ asset items · Σ liability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&amp;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· expenditure · profit before minority · profit to group · appropriation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+ inv + fin (+ FX) = net change · opening + net change = closing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heck output card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returns: </a:t>
            </a:r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· operands · calculated · reported · variance · tolerance · PASS / FAIL / NOT_APPLICABLE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you can explain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F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 0.60 + 0.35 × share of value found in OCR text</a:t>
            </a:r>
            <a:endParaRPr lang="en-US" sz="1500" dirty="0"/>
          </a:p>
        </p:txBody>
      </p:sp>
      <p:sp>
        <p:nvSpPr>
          <p:cNvPr id="5" name="confidence tile 1"/>
          <p:cNvSpPr/>
          <p:nvPr/>
        </p:nvSpPr>
        <p:spPr>
          <a:xfrm>
            <a:off x="457200" y="19659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appears in the OCR text</a:t>
            </a:r>
            <a:endParaRPr lang="en-US" sz="1200" dirty="0"/>
          </a:p>
        </p:txBody>
      </p:sp>
      <p:sp>
        <p:nvSpPr>
          <p:cNvPr id="9" name="confidence tile 2"/>
          <p:cNvSpPr/>
          <p:nvPr/>
        </p:nvSpPr>
        <p:spPr>
          <a:xfrm>
            <a:off x="3264408" y="19659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47288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corroborated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47288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low (&lt; 0.80) and highlighted</a:t>
            </a:r>
            <a:endParaRPr lang="en-US" sz="1200" dirty="0"/>
          </a:p>
        </p:txBody>
      </p:sp>
      <p:sp>
        <p:nvSpPr>
          <p:cNvPr id="13" name="confidence tile 3"/>
          <p:cNvSpPr/>
          <p:nvPr/>
        </p:nvSpPr>
        <p:spPr>
          <a:xfrm>
            <a:off x="6071616" y="19659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54496" y="2103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7B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254496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or no OCR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54496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 shown; never faked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OCR can miss stamps and handwriting, so low means not corroborated, not wrong.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API, dashboard and persistence</a:t>
            </a:r>
            <a:endParaRPr lang="en-US" sz="2800" dirty="0"/>
          </a:p>
        </p:txBody>
      </p:sp>
      <p:sp>
        <p:nvSpPr>
          <p:cNvPr id="4" name="column card 1"/>
          <p:cNvSpPr/>
          <p:nvPr/>
        </p:nvSpPr>
        <p:spPr>
          <a:xfrm>
            <a:off x="457200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/api/v1/documents/process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/api/v1/documents/{name}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/api/v1/documents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/api/v1/health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error shape, correct status codes, no stack traces</a:t>
            </a:r>
            <a:endParaRPr lang="en-US" sz="1200" dirty="0"/>
          </a:p>
        </p:txBody>
      </p:sp>
      <p:sp>
        <p:nvSpPr>
          <p:cNvPr id="7" name="column card 2"/>
          <p:cNvSpPr/>
          <p:nvPr/>
        </p:nvSpPr>
        <p:spPr>
          <a:xfrm>
            <a:off x="3264408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7288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47288" y="18745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type, upload, process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filterable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view: fields, tables,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low-confidence, failed checks highlighted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view, copy and download</a:t>
            </a:r>
            <a:endParaRPr lang="en-US" sz="1200" dirty="0"/>
          </a:p>
        </p:txBody>
      </p:sp>
      <p:sp>
        <p:nvSpPr>
          <p:cNvPr id="10" name="column card 3"/>
          <p:cNvSpPr/>
          <p:nvPr/>
        </p:nvSpPr>
        <p:spPr>
          <a:xfrm>
            <a:off x="6071616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54496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54496" y="187452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repository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locally, Postgres in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kept; GET returns the latest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attempts stored too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processed in memory, not saved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Testing: model faked, everything else real</a:t>
            </a:r>
            <a:endParaRPr lang="en-US" sz="2800" dirty="0"/>
          </a:p>
        </p:txBody>
      </p:sp>
      <p:sp>
        <p:nvSpPr>
          <p:cNvPr id="4" name="test stat card"/>
          <p:cNvSpPr/>
          <p:nvPr/>
        </p:nvSpPr>
        <p:spPr>
          <a:xfrm>
            <a:off x="457200" y="128016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E6F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clean-venv install verified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validation: valid, empty, renamed, corrupt, 4-page PDF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maths: pass, fail, NOT_APPLICABLE, per-year, tax-inclusive receipt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Extraction: normalisation, retry on bad JSON, null stays null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flow: process, latest-by-name, list, 415 / 400 / 422 / 404 / 502 / 500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scanned PDF and receipt image through OCR confidence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limitations and next steps</a:t>
            </a:r>
            <a:endParaRPr lang="en-US" sz="2800" dirty="0"/>
          </a:p>
        </p:txBody>
      </p:sp>
      <p:sp>
        <p:nvSpPr>
          <p:cNvPr id="4" name="closing card 1"/>
          <p:cNvSpPr/>
          <p:nvPr/>
        </p:nvSpPr>
        <p:spPr>
          <a:xfrm>
            <a:off x="457200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closing dot 1"/>
          <p:cNvSpPr/>
          <p:nvPr/>
        </p:nvSpPr>
        <p:spPr>
          <a:xfrm>
            <a:off x="640080" y="1463040"/>
            <a:ext cx="274320" cy="274320"/>
          </a:xfrm>
          <a:prstGeom prst="ellipse">
            <a:avLst/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with Tesseract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web service, health-checked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for durable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only in environment variables</a:t>
            </a:r>
            <a:endParaRPr lang="en-US" sz="1300" dirty="0"/>
          </a:p>
        </p:txBody>
      </p:sp>
      <p:sp>
        <p:nvSpPr>
          <p:cNvPr id="8" name="closing card 2"/>
          <p:cNvSpPr/>
          <p:nvPr/>
        </p:nvSpPr>
        <p:spPr>
          <a:xfrm>
            <a:off x="3264408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closing dot 2"/>
          <p:cNvSpPr/>
          <p:nvPr/>
        </p:nvSpPr>
        <p:spPr>
          <a:xfrm>
            <a:off x="3447288" y="1463040"/>
            <a:ext cx="274320" cy="274320"/>
          </a:xfrm>
          <a:prstGeom prst="ellipse">
            <a:avLst/>
          </a:prstGeom>
          <a:solidFill>
            <a:srgbClr val="C4513D"/>
          </a:solidFill>
          <a:ln w="12700">
            <a:solidFill>
              <a:srgbClr val="C451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58768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20116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and stamps can be misread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5 to 40 s per 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rate limits and cold starts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yet</a:t>
            </a:r>
            <a:endParaRPr lang="en-US" sz="1300" dirty="0"/>
          </a:p>
        </p:txBody>
      </p:sp>
      <p:sp>
        <p:nvSpPr>
          <p:cNvPr id="12" name="closing card 3"/>
          <p:cNvSpPr/>
          <p:nvPr/>
        </p:nvSpPr>
        <p:spPr>
          <a:xfrm>
            <a:off x="6071616" y="12801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closing dot 3"/>
          <p:cNvSpPr/>
          <p:nvPr/>
        </p:nvSpPr>
        <p:spPr>
          <a:xfrm>
            <a:off x="6254496" y="1463040"/>
            <a:ext cx="274320" cy="274320"/>
          </a:xfrm>
          <a:prstGeom prst="ellipse">
            <a:avLst/>
          </a:prstGeom>
          <a:solidFill>
            <a:srgbClr val="5B7B86"/>
          </a:solidFill>
          <a:ln w="12700">
            <a:solidFill>
              <a:srgbClr val="5B7B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65976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next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254496" y="201168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queue with status polling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 for field-level accuracy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Original-file viewer with evidence boxes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Alembic, metrics, rate limiting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and Teal">
  <a:themeElements>
    <a:clrScheme name="Ink and Teal">
      <a:dk1>
        <a:srgbClr val="10262B"/>
      </a:dk1>
      <a:lt1>
        <a:srgbClr val="FFFFFF"/>
      </a:lt1>
      <a:dk2>
        <a:srgbClr val="0E6F6D"/>
      </a:dk2>
      <a:lt2>
        <a:srgbClr val="EEF4F3"/>
      </a:lt2>
      <a:accent1>
        <a:srgbClr val="0E6F6D"/>
      </a:accent1>
      <a:accent2>
        <a:srgbClr val="E3A33B"/>
      </a:accent2>
      <a:accent3>
        <a:srgbClr val="C4513D"/>
      </a:accent3>
      <a:accent4>
        <a:srgbClr val="3C8D6B"/>
      </a:accent4>
      <a:accent5>
        <a:srgbClr val="5B7B86"/>
      </a:accent5>
      <a:accent6>
        <a:srgbClr val="8A6FB3"/>
      </a:accent6>
      <a:hlink>
        <a:srgbClr val="0E6F6D"/>
      </a:hlink>
      <a:folHlink>
        <a:srgbClr val="5B7B86"/>
      </a:folHlink>
    </a:clrScheme>
    <a:fontScheme name="Ink and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Intelligence Platform</dc:title>
  <dc:subject>PptxGenJS Presentation</dc:subject>
  <dc:creator>PptxGenJS</dc:creator>
  <cp:lastModifiedBy>PptxGenJS</cp:lastModifiedBy>
  <cp:revision>1</cp:revision>
  <dcterms:created xsi:type="dcterms:W3CDTF">2026-10-14T06:10:13Z</dcterms:created>
  <dcterms:modified xsi:type="dcterms:W3CDTF">2026-10-14T06:10:13Z</dcterms:modified>
</cp:coreProperties>
</file>